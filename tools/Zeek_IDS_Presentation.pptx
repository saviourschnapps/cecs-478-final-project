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Zeek IDS Pipeline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CECS 478 Final Project — Network IDS with Zeek + Python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Small reproducible IDS pipeline for network capture analysis</a:t>
            </a:r>
          </a:p>
          <a:p>
            <a:pPr/>
            <a:r>
              <a:t>Zeek processes PCAPs and emits structured notice logs</a:t>
            </a:r>
          </a:p>
          <a:p>
            <a:pPr/>
            <a:r>
              <a:t>Python analyzer parses, classifies, rate-limits, and summarizes alerts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Zeek engine with custom IDS scripts for port scan, SSH brute force, connection flood</a:t>
            </a:r>
          </a:p>
          <a:p>
            <a:pPr/>
            <a:r>
              <a:t>Analyzer modules: parser, classifier, ratelimit, summarizer, chart generator</a:t>
            </a:r>
          </a:p>
          <a:p>
            <a:pPr/>
            <a:r>
              <a:t>Tools and artifacts include deterministic PCAP generator and release evidence pack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&amp; Reproducibility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Non-root, capability-free containers with read-only root filesystems</a:t>
            </a:r>
          </a:p>
          <a:p>
            <a:pPr/>
            <a:r>
              <a:t>Deterministic demo capture generation and reproducible release artifacts</a:t>
            </a:r>
          </a:p>
          <a:p>
            <a:pPr/>
            <a:r>
              <a:t>Documentation covers architecture, threat model, runbook, and results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&amp; 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End-to-end reproducible demo via make demo</a:t>
            </a:r>
          </a:p>
          <a:p>
            <a:pPr/>
            <a:r>
              <a:t>Release output includes JSON, CSV, PNG charts, and logs</a:t>
            </a:r>
          </a:p>
          <a:p>
            <a:pPr/>
            <a:r>
              <a:t>Next steps: extend detection, tune thresholds, add live monitoring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